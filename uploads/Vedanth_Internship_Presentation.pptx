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eff6a8-2665-7528-7af5-4ae089b9d33d}">
          <p14:sldIdLst>
            <p14:sldId id="256"/>
            <p14:sldId id="257"/>
            <p14:sldId id="258"/>
            <p14:sldId id="259"/>
          </p14:sldIdLst>
        </p14:section>
        <p14:section name="Technology" id="{5bbacf2d-f793-5897-5c8a-351c27282426}">
          <p14:sldIdLst>
            <p14:sldId id="260"/>
            <p14:sldId id="261"/>
            <p14:sldId id="262"/>
            <p14:sldId id="263"/>
            <p14:sldId id="264"/>
          </p14:sldIdLst>
        </p14:section>
        <p14:section name="Work Undertaken" id="{a36a95bb-6ef6-ff3d-bcc4-8887fb6053f1}">
          <p14:sldIdLst>
            <p14:sldId id="265"/>
            <p14:sldId id="266"/>
            <p14:sldId id="267"/>
            <p14:sldId id="268"/>
          </p14:sldIdLst>
        </p14:section>
        <p14:section name="Outcomes" id="{0a64e542-8226-d2ad-4bcb-5a50124ea5e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 and the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company, team, duration and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objectives to outcomes shown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RPA, then show the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Control Room orchestrating creators and runners.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why AI was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 moves data, AI interprets, humans handle doubtful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tools by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full picture before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bots built after learning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added to workflows for secure, document-heavy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work section with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and professional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and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Vedanth (24BRS1302)  |  Summer Internship, Titan Company Limited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Industrial Internship Report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78638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RPA Technology and Integrating AI in the A360 RPA Platform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Vedanth  (24BRS1302)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B.Tech. CSE (Artificial Intelligence &amp; Robotics)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Vellore Institute of Technology, Chennai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 Company Limited</a:t>
            </a:r>
            <a:endParaRPr lang="en-US" sz="14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Centre of Excellence</a:t>
            </a:r>
            <a:endParaRPr lang="en-US" sz="14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May – 3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overview and objectives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42316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42316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RPA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47472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Anywhere A360 platform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37160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AI into RPA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242316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42316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242316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developed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63440" y="3474720"/>
            <a:ext cx="640080" cy="7315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3474720"/>
            <a:ext cx="640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Technologies, learning outcomes and conclusion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Overview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Company Limited (Tata Group)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RPA Centre of Excellence (COE)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May 2026 – 3 July 2026 (about 7 weeks)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Mr. Thandeshwaran, Project Manager, RPA COE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Anywhere A360 and Aventisia AI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process automation across Titan brands and partners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Internship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concepts, lifecycle and architecture of Robotic Process Automation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hands-on experience in building and running bots on Automation Anywhere A360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how AI (OCR, document understanding) can be integrated into RPA workflows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business automations for Titan brands and partners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good practices: exception handling, secure credentials, logging and reporting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Robotic Process Automation?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bots imitate human actions on applications: log in, click, type, copy, read files, send e-mail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tasks that are high-volume, rule-based, digital and stable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top of existing systems, so it is quick and low-cost to deploy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types: attended, unattended, hybrid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project lifecycle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Discovery &amp; Analysis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600200" y="38176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87452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7452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Solution Design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17520" y="38176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Bot Development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34840" y="38176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70916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Testing (UAT)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52160" y="38176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12648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Deployment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38176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543800" y="3429000"/>
            <a:ext cx="1143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3429000"/>
            <a:ext cx="1143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Monitoring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Anywhere A360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 (web-based, cloud-native)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Scheduling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5544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Vault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75120" y="15544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&amp; Dashboards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23774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Creator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bots with actions &amp; packages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 flipV="1">
            <a:off x="1645920" y="214884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383280" y="2606040"/>
            <a:ext cx="23774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8328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38328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bots and files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flipV="1">
            <a:off x="4572000" y="214884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309360" y="2606040"/>
            <a:ext cx="23774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Runner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Attended / unattended execution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 flipV="1">
            <a:off x="7498080" y="214884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systems:  Web portals  •  Excel / CSV  •  E-mail  •  Databases &amp; APIs  •  Retail / ERP systems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15200" y="347472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Rule-based RPA to AI-integrated RPA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RPA (A360 bots)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structured, predictable input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read scanned documents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when layouts change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if-else rules only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cases go to humans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 RPA (Aventisia AI)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structured and unstructured input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documents using OCR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fields from varied layouts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combined with AI checks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low-confidence cases reviewed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 Automation Workflow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1143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sources (e-mail, files, portals)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600200" y="18745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874520" y="1325880"/>
            <a:ext cx="1143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ingestion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18745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1325880"/>
            <a:ext cx="1143000" cy="109728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 (OCR, document understanding)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09160" y="1325880"/>
            <a:ext cx="1143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business rules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2160" y="18745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26480" y="1325880"/>
            <a:ext cx="1143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in target systems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69480" y="187452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43800" y="1325880"/>
            <a:ext cx="1143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43800" y="1325880"/>
            <a:ext cx="1143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alerts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6060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8346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bot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3310128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inputs, operates applications, triggers actions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268980" y="2834640"/>
            <a:ext cx="26060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68980" y="28346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6898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378708" y="3310128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Reads, classifies and extracts; returns confidence score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080760" y="2834640"/>
            <a:ext cx="26060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0760" y="28346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8076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190488" y="3310128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cases go to a review queue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and Tools Used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Platform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Anywhere A360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Creator, Bot Runner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Vault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&amp; triggers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898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898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6898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Platform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7870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Aventisia AI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understanding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field extraction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validation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Tools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9048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(advanced)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packages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portals &amp; browsers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tracking portals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logging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Developed: Summary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area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capability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watches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download, Excel processing, e-mail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Taneira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consolidation, stock reports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client handling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Tanishq DigiGold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Aventisia 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checks, validation, secure credentials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OCR, reporting, invoice processing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 Eye+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Aventisia 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OCR, AI extraction, validation, posting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Pantaloons, Shoppers Stop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Aventisia 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Reconciliation, anomaly flags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Dart &amp; other carriers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RPA workflows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Shipment tracking, delay flags, daily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Rule-based Automations on A360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 Watches Report Automation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triggers the bot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in using Credential Vault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data and processes it in Excel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formatted report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E-mails stakeholders and logs status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and alert on failure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Taneira Stock Automation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stock data from sources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Standardizes formats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with existing records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consolidated stock report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automatically with the team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consistent runs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AI-enabled Automations (Aventisia AI)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Tanishq DigiGold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client handling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 and identity checks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validation rules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credential handling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to human review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898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898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6898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 Eye+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7870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and reporting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invoice processing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field extraction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against purchase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cases reviewed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80760" y="1234440"/>
            <a:ext cx="2606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1234440"/>
            <a:ext cx="26060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Stock Automation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90488" y="1709928"/>
            <a:ext cx="2386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Pantaloons, Shoppers Stop and others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partner formats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with internal records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flags anomalies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reports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Automation and Benefits Observed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 Blue Dart &amp; other carriers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carrier tracking portals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shipment status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tracking sheet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delayed or failed deliveries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daily logistics report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 for new carriers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(qualitative)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1709928"/>
            <a:ext cx="3758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time saving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manual errors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timely reports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freed for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through logs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scale to new partners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977640" cy="24231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709928"/>
            <a:ext cx="3758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concepts, lifecycle and bot types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A360 architecture and bot development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and AI-based document processing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handling, logging, scheduling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24231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1709928"/>
            <a:ext cx="3758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business requirements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within a project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and presenting solutions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and security awareness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practices: Credential Vault  •  exception handling  •  modular design  •  logging &amp; alerts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RPA suits structured, repetitive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extends automation to documents and judgement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+ AI offers a path to end-to-end automation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more functions and partners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 stock forecasting and anomalies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for bot monitoring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for automated e-mail handling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78638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">
  <a:themeElements>
    <a:clrScheme name="Mon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Presentation - Titan Company Limited</dc:title>
  <dc:subject>PptxGenJS Presentation</dc:subject>
  <dc:creator>Vedanth</dc:creator>
  <cp:lastModifiedBy>Vedanth</cp:lastModifiedBy>
  <cp:revision>1</cp:revision>
  <dcterms:created xsi:type="dcterms:W3CDTF">2026-10-14T06:36:09Z</dcterms:created>
  <dcterms:modified xsi:type="dcterms:W3CDTF">2026-10-14T06:36:09Z</dcterms:modified>
</cp:coreProperties>
</file>